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df1b3788d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df1b3788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24158c78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a24158c785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24158c785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24158c78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df1b3788d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9df1b3788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457200" y="385656"/>
            <a:ext cx="8229600" cy="1752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/>
              <a:t>Tic Tac Toe Game </a:t>
            </a:r>
            <a:endParaRPr b="1" sz="4800"/>
          </a:p>
        </p:txBody>
      </p:sp>
      <p:sp>
        <p:nvSpPr>
          <p:cNvPr id="85" name="Google Shape;85;p1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i="1" sz="3100"/>
          </a:p>
          <a:p>
            <a:pPr indent="0" lvl="0" marL="0" rtl="0" algn="ctr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i="1" sz="3100"/>
          </a:p>
          <a:p>
            <a:pPr indent="0" lvl="0" marL="0" rtl="0" algn="ctr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rPr b="1" i="1" lang="en-US" sz="3300"/>
              <a:t>Submitted by:</a:t>
            </a:r>
            <a:endParaRPr b="1" i="1" sz="3100"/>
          </a:p>
          <a:p>
            <a:pPr indent="0" lvl="0" marL="0" rtl="0" algn="ctr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rPr b="1" i="1" lang="en-US" sz="3300"/>
              <a:t>ANUSHI SHARMA (24BCS12976)</a:t>
            </a:r>
            <a:endParaRPr b="1" i="1" sz="3300"/>
          </a:p>
          <a:p>
            <a:pPr indent="0" lvl="0" marL="0" rtl="0" algn="ctr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b="1" i="1" lang="en-US" sz="3300"/>
              <a:t>NISHU YADAV (24BCS12967)</a:t>
            </a:r>
            <a:endParaRPr b="1" i="1" sz="3300"/>
          </a:p>
          <a:p>
            <a:pPr indent="0" lvl="0" marL="0" rtl="0" algn="ctr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rPr b="1" i="1" lang="en-US" sz="3300"/>
              <a:t>MANYATA(24BCS12998)</a:t>
            </a:r>
            <a:endParaRPr b="1" i="1" sz="3300"/>
          </a:p>
          <a:p>
            <a:pPr indent="0" lvl="0" marL="0" rtl="0" algn="ctr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t/>
            </a:r>
            <a:endParaRPr b="1" i="1" sz="3300"/>
          </a:p>
          <a:p>
            <a:pPr indent="0" lvl="0" marL="0" rtl="0" algn="ctr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b="1" i="1" lang="en-US" sz="3300"/>
              <a:t>Submitted to :</a:t>
            </a:r>
            <a:endParaRPr b="1" i="1" sz="3300"/>
          </a:p>
          <a:p>
            <a:pPr indent="0" lvl="0" marL="0" rtl="0" algn="ctr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3300"/>
              <a:t>NAVJOT KAUR </a:t>
            </a:r>
            <a:endParaRPr b="1" i="1" sz="3300"/>
          </a:p>
          <a:p>
            <a:pPr indent="0" lvl="0" marL="0" rtl="0" algn="ctr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t/>
            </a:r>
            <a:endParaRPr i="1" sz="3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457200" y="274653"/>
            <a:ext cx="8229600" cy="14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5000">
                <a:solidFill>
                  <a:schemeClr val="dk1"/>
                </a:solidFill>
              </a:rPr>
              <a:t>Introduction</a:t>
            </a:r>
            <a:endParaRPr b="1" sz="5000"/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i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Tic Tac Toe is a 3x3 grid-based game played by two players.</a:t>
            </a:r>
            <a:endParaRPr i="1" sz="3000"/>
          </a:p>
          <a:p>
            <a:pPr indent="-3302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i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Players take turns marking X or O on the board.</a:t>
            </a:r>
            <a:endParaRPr i="1" sz="3000"/>
          </a:p>
          <a:p>
            <a:pPr indent="-3302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i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Goal: Form three matching symbols in a line.</a:t>
            </a:r>
            <a:endParaRPr i="1" sz="3000"/>
          </a:p>
          <a:p>
            <a:pPr indent="-3302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i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implementation uses Python in a console environment.</a:t>
            </a:r>
            <a:endParaRPr i="1" sz="3000"/>
          </a:p>
          <a:p>
            <a:pPr indent="-3302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i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Demonstrates loops, lists, and conditionals.</a:t>
            </a:r>
            <a:endParaRPr i="1" sz="3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570100" y="134150"/>
            <a:ext cx="7042500" cy="135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5200">
                <a:solidFill>
                  <a:schemeClr val="dk1"/>
                </a:solidFill>
              </a:rPr>
              <a:t>Objectives</a:t>
            </a:r>
            <a:endParaRPr b="1" sz="5200"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i="1" sz="3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100"/>
              <a:buChar char="•"/>
            </a:pPr>
            <a:r>
              <a:rPr i="1" lang="en-US" sz="3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 an interactive console-based Python game.</a:t>
            </a:r>
            <a:endParaRPr i="1" sz="3100"/>
          </a:p>
          <a:p>
            <a:pPr indent="-3365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100"/>
              <a:buChar char="•"/>
            </a:pPr>
            <a:r>
              <a:rPr i="1" lang="en-US" sz="3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Apply basic programming concepts: if-else, loops, lists, functions.</a:t>
            </a:r>
            <a:endParaRPr i="1" sz="3100"/>
          </a:p>
          <a:p>
            <a:pPr indent="-3365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100"/>
              <a:buChar char="•"/>
            </a:pPr>
            <a:r>
              <a:rPr i="1" lang="en-US" sz="3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Validate winning and draw logic in gameplay.</a:t>
            </a:r>
            <a:endParaRPr i="1" sz="3100"/>
          </a:p>
          <a:p>
            <a:pPr indent="-3365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100"/>
              <a:buChar char="•"/>
            </a:pPr>
            <a:r>
              <a:rPr i="1" lang="en-US" sz="3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Encourage structured and logical thinking.</a:t>
            </a:r>
            <a:endParaRPr i="1" sz="3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570100" y="134150"/>
            <a:ext cx="7042500" cy="135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5200"/>
              <a:t>Tools and Requirements</a:t>
            </a:r>
            <a:endParaRPr b="1" sz="5200"/>
          </a:p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Language: Python</a:t>
            </a:r>
            <a:br>
              <a:rPr b="1" lang="en-US" sz="1400">
                <a:latin typeface="Arial"/>
                <a:ea typeface="Arial"/>
                <a:cs typeface="Arial"/>
                <a:sym typeface="Arial"/>
              </a:rPr>
            </a:b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Editor: VS Code / IDLE / PyCharm</a:t>
            </a:r>
            <a:br>
              <a:rPr b="1" lang="en-US" sz="1400">
                <a:latin typeface="Arial"/>
                <a:ea typeface="Arial"/>
                <a:cs typeface="Arial"/>
                <a:sym typeface="Arial"/>
              </a:rPr>
            </a:b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Platform: Any computer with Python 3 installed</a:t>
            </a:r>
            <a:br>
              <a:rPr b="1" lang="en-US" sz="1400">
                <a:latin typeface="Arial"/>
                <a:ea typeface="Arial"/>
                <a:cs typeface="Arial"/>
                <a:sym typeface="Arial"/>
              </a:rPr>
            </a:b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Main Concepts Used:</a:t>
            </a:r>
            <a:br>
              <a:rPr b="1" lang="en-US" sz="1400">
                <a:latin typeface="Arial"/>
                <a:ea typeface="Arial"/>
                <a:cs typeface="Arial"/>
                <a:sym typeface="Arial"/>
              </a:rPr>
            </a:b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If-Else conditions</a:t>
            </a:r>
            <a:br>
              <a:rPr b="1" lang="en-US" sz="1400">
                <a:latin typeface="Arial"/>
                <a:ea typeface="Arial"/>
                <a:cs typeface="Arial"/>
                <a:sym typeface="Arial"/>
              </a:rPr>
            </a:b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While loops</a:t>
            </a:r>
            <a:br>
              <a:rPr b="1" lang="en-US" sz="1400">
                <a:latin typeface="Arial"/>
                <a:ea typeface="Arial"/>
                <a:cs typeface="Arial"/>
                <a:sym typeface="Arial"/>
              </a:rPr>
            </a:b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Functions</a:t>
            </a:r>
            <a:br>
              <a:rPr b="1" lang="en-US" sz="1400">
                <a:latin typeface="Arial"/>
                <a:ea typeface="Arial"/>
                <a:cs typeface="Arial"/>
                <a:sym typeface="Arial"/>
              </a:rPr>
            </a:b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Lists and strings</a:t>
            </a:r>
            <a:br>
              <a:rPr b="1" lang="en-US" sz="1400">
                <a:latin typeface="Arial"/>
                <a:ea typeface="Arial"/>
                <a:cs typeface="Arial"/>
                <a:sym typeface="Arial"/>
              </a:rPr>
            </a:b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457200" y="274656"/>
            <a:ext cx="8229600" cy="16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800">
                <a:solidFill>
                  <a:schemeClr val="dk1"/>
                </a:solidFill>
              </a:rPr>
              <a:t>Problem Identification</a:t>
            </a:r>
            <a:endParaRPr b="1" sz="4800"/>
          </a:p>
        </p:txBody>
      </p:sp>
      <p:sp>
        <p:nvSpPr>
          <p:cNvPr id="109" name="Google Shape;109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Design a game where </a:t>
            </a: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two players can play Tic Tac Toe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2400">
                <a:latin typeface="Arial"/>
                <a:ea typeface="Arial"/>
                <a:cs typeface="Arial"/>
                <a:sym typeface="Arial"/>
              </a:rPr>
            </a:b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The board should show after every move.</a:t>
            </a:r>
            <a:br>
              <a:rPr lang="en-US" sz="2400">
                <a:latin typeface="Arial"/>
                <a:ea typeface="Arial"/>
                <a:cs typeface="Arial"/>
                <a:sym typeface="Arial"/>
              </a:rPr>
            </a:b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The game must check for a </a:t>
            </a: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win or draw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 after each move.</a:t>
            </a:r>
            <a:br>
              <a:rPr lang="en-US" sz="2400">
                <a:latin typeface="Arial"/>
                <a:ea typeface="Arial"/>
                <a:cs typeface="Arial"/>
                <a:sym typeface="Arial"/>
              </a:rPr>
            </a:b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Once finished, players can </a:t>
            </a: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choose to play again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2400">
                <a:latin typeface="Arial"/>
                <a:ea typeface="Arial"/>
                <a:cs typeface="Arial"/>
                <a:sym typeface="Arial"/>
              </a:rPr>
            </a:b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3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700"/>
              <a:t> Game Logic</a:t>
            </a:r>
            <a:endParaRPr b="1" sz="4700"/>
          </a:p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The game board is made using a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list of 9 positions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(1–9).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Each player picks a position to place X or O.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After each move: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The board updates.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The program checks all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winning combinations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If no one wins and all boxes are filled →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Draw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message is shown.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608100" y="34171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900"/>
              <a:t>Important Functions</a:t>
            </a:r>
            <a:endParaRPr b="1" sz="4900"/>
          </a:p>
        </p:txBody>
      </p:sp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display_board():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 Prints the 3x3 board.</a:t>
            </a:r>
            <a:br>
              <a:rPr lang="en-US" sz="2400">
                <a:latin typeface="Arial"/>
                <a:ea typeface="Arial"/>
                <a:cs typeface="Arial"/>
                <a:sym typeface="Arial"/>
              </a:rPr>
            </a:b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player_input():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 Takes symbol choice (X or O).</a:t>
            </a:r>
            <a:br>
              <a:rPr lang="en-US" sz="2400">
                <a:latin typeface="Arial"/>
                <a:ea typeface="Arial"/>
                <a:cs typeface="Arial"/>
                <a:sym typeface="Arial"/>
              </a:rPr>
            </a:b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check_win():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 Checks for 3 same symbols in a line.</a:t>
            </a:r>
            <a:br>
              <a:rPr lang="en-US" sz="2400">
                <a:latin typeface="Arial"/>
                <a:ea typeface="Arial"/>
                <a:cs typeface="Arial"/>
                <a:sym typeface="Arial"/>
              </a:rPr>
            </a:b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check_draw():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 Checks if all boxes are filled.</a:t>
            </a:r>
            <a:br>
              <a:rPr lang="en-US" sz="2400">
                <a:latin typeface="Arial"/>
                <a:ea typeface="Arial"/>
                <a:cs typeface="Arial"/>
                <a:sym typeface="Arial"/>
              </a:rPr>
            </a:b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main():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 Controls the whole game flow.</a:t>
            </a:r>
            <a:br>
              <a:rPr lang="en-US" sz="2400">
                <a:latin typeface="Arial"/>
                <a:ea typeface="Arial"/>
                <a:cs typeface="Arial"/>
                <a:sym typeface="Arial"/>
              </a:rPr>
            </a:b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i="1"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457200" y="146226"/>
            <a:ext cx="8229600" cy="12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600"/>
              <a:t>Output </a:t>
            </a:r>
            <a:endParaRPr b="1" sz="4600"/>
          </a:p>
        </p:txBody>
      </p:sp>
      <p:sp>
        <p:nvSpPr>
          <p:cNvPr id="127" name="Google Shape;127;p20"/>
          <p:cNvSpPr txBox="1"/>
          <p:nvPr>
            <p:ph idx="1" type="body"/>
          </p:nvPr>
        </p:nvSpPr>
        <p:spPr>
          <a:xfrm>
            <a:off x="340225" y="1286800"/>
            <a:ext cx="8229600" cy="48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The output is shown in the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terminal window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Players enter numbers (1–9) for their move.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The game board updates each time.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Messages like: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“Player X wins!”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“Player O wins!”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“It’s a Draw!”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20" title="Screenshot 2025-11-10 19275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8475" y="2946475"/>
            <a:ext cx="4141700" cy="3480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title"/>
          </p:nvPr>
        </p:nvSpPr>
        <p:spPr>
          <a:xfrm>
            <a:off x="457200" y="274705"/>
            <a:ext cx="8229600" cy="636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p21" title="Screenshot 2025-11-10 1928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725" y="47625"/>
            <a:ext cx="9056275" cy="676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ctrTitle"/>
          </p:nvPr>
        </p:nvSpPr>
        <p:spPr>
          <a:xfrm>
            <a:off x="685800" y="277825"/>
            <a:ext cx="7772400" cy="906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Challenges and Learnings</a:t>
            </a:r>
            <a:endParaRPr b="1"/>
          </a:p>
        </p:txBody>
      </p:sp>
      <p:sp>
        <p:nvSpPr>
          <p:cNvPr id="140" name="Google Shape;140;p22"/>
          <p:cNvSpPr txBox="1"/>
          <p:nvPr>
            <p:ph idx="1" type="subTitle"/>
          </p:nvPr>
        </p:nvSpPr>
        <p:spPr>
          <a:xfrm>
            <a:off x="497175" y="1535375"/>
            <a:ext cx="8481000" cy="522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Challenges Faced: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Handling wrong inputs.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Checking all winning cases correctly.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Designing the board neatly in text form.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Learnings: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Understood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Python functions and loops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Improved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debugging and logic building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Learned to make a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fully working small project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>
            <p:ph type="title"/>
          </p:nvPr>
        </p:nvSpPr>
        <p:spPr>
          <a:xfrm>
            <a:off x="457200" y="29141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800"/>
              <a:t> Conclusion and Future Work</a:t>
            </a:r>
            <a:endParaRPr b="1" sz="4800"/>
          </a:p>
        </p:txBody>
      </p:sp>
      <p:sp>
        <p:nvSpPr>
          <p:cNvPr id="146" name="Google Shape;146;p23"/>
          <p:cNvSpPr txBox="1"/>
          <p:nvPr>
            <p:ph idx="1" type="body"/>
          </p:nvPr>
        </p:nvSpPr>
        <p:spPr>
          <a:xfrm>
            <a:off x="457200" y="1877974"/>
            <a:ext cx="82296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The Tic Tac Toe project helped me learn how to build a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complete game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using Python.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It improved my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coding logic and creativity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Future Ideas:</a:t>
            </a:r>
            <a:br>
              <a:rPr b="1" lang="en-US" sz="1800">
                <a:latin typeface="Arial"/>
                <a:ea typeface="Arial"/>
                <a:cs typeface="Arial"/>
                <a:sym typeface="Arial"/>
              </a:rPr>
            </a:b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Add single-player mode (computer vs player).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Create GUI using Tkinter or Pygame.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Add score tracking and sound effects.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>
            <p:ph type="title"/>
          </p:nvPr>
        </p:nvSpPr>
        <p:spPr>
          <a:xfrm>
            <a:off x="457200" y="358551"/>
            <a:ext cx="8229600" cy="5996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00">
                <a:latin typeface="Arial"/>
                <a:ea typeface="Arial"/>
                <a:cs typeface="Arial"/>
                <a:sym typeface="Arial"/>
              </a:rPr>
              <a:t>THANK YOU</a:t>
            </a:r>
            <a:endParaRPr b="1" sz="9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